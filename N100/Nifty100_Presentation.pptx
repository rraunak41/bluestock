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01A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F9D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 COMPANIES   ·   50+ KPIs   ·   11 SECTORS   ·   11 PEER GROUPS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9D5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56692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DIVISION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 Platform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66928" y="388620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4D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· Financial Ratio Engine · Screener · Peer &amp; Sector Analytics · Interactive Dashboard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66928" y="43434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Report — August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0" y="1005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32104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tracked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22128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321040" y="27614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Ratio-validated company-years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21040" y="341985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56/56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21040" y="396849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462686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321040" y="517550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pages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9D5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Objectives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calls for a 45-day, 6-sprint, multi-analyst build. This delivers the complete analytical substance in a single session.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4F7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2860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288036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datasets → 1 governed SQLite database, 0 FK violations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210312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4F7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22860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Financial KPIs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36008" y="288036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Ratio-validated exactly (0.00 diff) vs pre-supplied reference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0" y="210312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4F7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56448" y="22860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Screener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56448" y="288036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preset screens, YAML-configurable, no code changes needed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416052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4F7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43434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493776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composite score, banded Excellent/Moderate/Weak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34840" y="416052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4F7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36008" y="43434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&amp; Peer Analytics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36008" y="493776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sector benchmarks, 11 peer groups, percentile ranked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55280" y="416052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4F7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56448" y="43434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Dashboard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56448" y="493776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PDF tearsheets + interactive 7-page dashboard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9D5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0F9D5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0876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88920" y="1508760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4F7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50876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Excel files — header=1 (core) / header=0 (supplementary) loaders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350008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5000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88920" y="235000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4F7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350008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DQ rules — CRITICAL/WARNING/INFO severity, full violation log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191256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101A1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191256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88920" y="3191256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4F7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3191256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Ticker/year standardisation, TTM removal, FK-orphan rejection, dedup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4032504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8C564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032504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88920" y="4032504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4F7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4032504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11 base tables + 4 derived analytics tables, 0 FK violations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4873752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D6484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87375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88920" y="4873752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4F7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4873752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engine, screener, peer %ile, clustering, cash-flow intelligence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" y="5715000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6B4F9E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71500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88920" y="5715000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4F7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571500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PDF tearsheets, 10 sector reports, interactive dashboard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9D5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FINDINGS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Quality Findings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caught genuine issues in the raw data — not synthetic test cases.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920240"/>
          <a:ext cx="10332720" cy="3840480"/>
        </p:xfrm>
        <a:graphic>
          <a:graphicData uri="http://schemas.openxmlformats.org/drawingml/2006/table">
            <a:tbl>
              <a:tblPr/>
              <a:tblGrid>
                <a:gridCol w="2377440"/>
                <a:gridCol w="6309360"/>
                <a:gridCol w="16459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TTM snapshot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'Trailing Twelve Month' rows in P&amp;L are not a valid FY — removed before 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FK-orphan tickers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ULTRACEMCO, ZOMATO, WIPRO, VEDL, VBL, UNITDSPR, UNIONBANK, ZYDUSLIFE appear in P&amp;L/BS/CF but not in the 92-company master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 duplicate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company in P&amp;L, 4 in BS, 2 in CF had exact duplicate (company_id, year)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 ROE values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 edge cases logged — e.g. Bharat Electronics early years, driven by near-zero equity denominators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9D5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Engine — Exact Validation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KPI columns independently re-computed from raw P&amp;L / Balance Sheet / Cash Flow and cross-checked against the pre-supplied financial_ratios.xlsx.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101A1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317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51560" y="3063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abs. diff — ROE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0440" y="219456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101A16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3317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57600" y="3063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abs. diff — D/E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219456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101A16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3317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63640" y="3063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abs. diff — FCF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32520" y="219456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101A16"/>
          </a:solidFill>
          <a:ln/>
        </p:spPr>
      </p:sp>
      <p:sp>
        <p:nvSpPr>
          <p:cNvPr id="17" name="Text 15"/>
          <p:cNvSpPr/>
          <p:nvPr/>
        </p:nvSpPr>
        <p:spPr>
          <a:xfrm>
            <a:off x="8732520" y="23317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869680" y="3063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company-years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the formulas for ROE, ROCE, D/E, Interest Coverage, CAGR (with turnaround/decline-to-loss flags), Free Cash Flow, and the Capital Allocation pattern classifier all match the specification exactly — not just directionally.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9D5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Screener — 6 Presets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6583680" cy="420624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Compounder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Quality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Pick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 Yield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Accelerator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 CAGR 5yr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Dividend Champion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Dividend Yield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Debt-Free Blue Chip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Turnaround Watch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CAGR 3yr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01A16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0" y="1691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CONFIGURABLE, NOT HARD-CODED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01000" y="2057400"/>
            <a:ext cx="30632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thresholds live in config/screener_config.yaml. Analysts can add or edit presets with zero code changes — the ranking engine and composite-score weights are also YAML-defined.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9D5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4 &amp;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&amp; Peer Analytics</a:t>
            </a:r>
            <a:endParaRPr lang="en-US" sz="2900" dirty="0"/>
          </a:p>
        </p:txBody>
      </p:sp>
      <p:pic>
        <p:nvPicPr>
          <p:cNvPr id="6" name="Image 0" descr="/home/claude/nifty100_platform/reports/charts/n1_sector_median_r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5394960" cy="3931920"/>
          </a:xfrm>
          <a:prstGeom prst="rect">
            <a:avLst/>
          </a:prstGeom>
        </p:spPr>
      </p:pic>
      <p:pic>
        <p:nvPicPr>
          <p:cNvPr id="7" name="Image 1" descr="/home/claude/nifty100_platform/reports/charts/n2_de_vs_roe_sca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120640" cy="3931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peer groups fully populated with 7-metric percentile ranking · Best-in-Class: 4 companies · Watch List: 10 companies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9D5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5 &amp;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Scoring &amp; Clustering</a:t>
            </a:r>
            <a:endParaRPr lang="en-US" sz="2900" dirty="0"/>
          </a:p>
        </p:txBody>
      </p:sp>
      <p:pic>
        <p:nvPicPr>
          <p:cNvPr id="6" name="Image 0" descr="/home/claude/nifty100_platform/reports/charts/n3_quality_score_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5120640" cy="3840480"/>
          </a:xfrm>
          <a:prstGeom prst="rect">
            <a:avLst/>
          </a:prstGeom>
        </p:spPr>
      </p:pic>
      <p:pic>
        <p:nvPicPr>
          <p:cNvPr id="7" name="Image 1" descr="/home/claude/nifty100_platform/reports/charts/n4_cluster_siz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384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5349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Excellent · 37 Moderate · 44 Weak (composite score bands) — 5-cluster KMeans segmentation on ROE, D/E, growth, and margin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F9D5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7-Page Analytics Dashboard, Live in the Browser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D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HTML/JS — no server, no install — substituting the specified Streamlit app for this delivery environment.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9D5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029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2313432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ticker, sector donut, quality score distribution, top 15 companies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9D5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26700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2953512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any of 92 companies — KPI tiles, P&amp;L/ratio trends, pros &amp; cons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337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9D5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310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3593592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presets, live sector filter, sortable results table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3977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9D58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9502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Comparison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4233672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groups, radar chart + side-by-side percentile table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4617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9D58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54480" y="45902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Analysis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54480" y="4873752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ROE/D-E by sector, revenue-vs-ROE bubble chart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5257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9D58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54480" y="5230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Allocation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554480" y="5513832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CFO/CFI/CFF pattern classification for every company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4400" y="5897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9D58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54480" y="58704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554480" y="6153912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5-cluster view — sizes and ROE-vs-D/E scatter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9D5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Deliverables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56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2194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tests passing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14630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2194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violations in nifty100.db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63640" y="2194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tearsheets generated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732520" y="14630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869680" y="2194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PDF reports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291840"/>
          <a:ext cx="10332720" cy="2468880"/>
        </p:xfrm>
        <a:graphic>
          <a:graphicData uri="http://schemas.openxmlformats.org/drawingml/2006/table">
            <a:tbl>
              <a:tblPr/>
              <a:tblGrid>
                <a:gridCol w="2743200"/>
                <a:gridCol w="7589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 / normalisation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unit tests — year formats, ticker cleaning, text parsing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formulas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unit tests — ROE, D/E, ICR, CAGR edge cases (turnaround, zero-base)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unit tests — crafted violation records per rule, clean-data sanity 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1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tests — live queries against the built database and output files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01A1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9D5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56692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DIVISION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66928" y="3429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D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review welcome.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44074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data/db/nifty100.db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504748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dashboard/nifty100_dashboard.html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5394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Report: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568756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docs/Nifty100_Build_Report.pdf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6035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632764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reports/pytest_report.html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21040" y="54864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D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build is derived from company filings plus simulated market/valuation datasets. Intended for internal analytical use, not investment advice.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2026-08-09T20:47:34Z</dcterms:created>
  <dcterms:modified xsi:type="dcterms:W3CDTF">2026-08-09T20:47:34Z</dcterms:modified>
</cp:coreProperties>
</file>